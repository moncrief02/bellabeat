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Bellabeat Activity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Fitbit Daily Activity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Daily Steps Over Time</a:t>
            </a:r>
          </a:p>
        </p:txBody>
      </p:sp>
      <p:pic>
        <p:nvPicPr>
          <p:cNvPr id="4" name="Picture 3" descr="daily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Calories vs Total Steps</a:t>
            </a:r>
          </a:p>
        </p:txBody>
      </p:sp>
      <p:pic>
        <p:nvPicPr>
          <p:cNvPr id="4" name="Picture 3" descr="calories_vs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Sedentary Minutes Distribution</a:t>
            </a:r>
          </a:p>
        </p:txBody>
      </p:sp>
      <p:pic>
        <p:nvPicPr>
          <p:cNvPr id="4" name="Picture 3" descr="sedentary_min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